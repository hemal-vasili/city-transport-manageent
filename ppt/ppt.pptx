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🚇 City Transport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✨ Colorful Interactive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📌 Problem 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Complex transport routes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Many stations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Need smart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99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🌍 Real World 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Metro systems 🚇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Navigation apps 📍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Route planning 🗺️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009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🧠 Graph Idea 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Stations → Nodes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Connections → Edges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Adjacency List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6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⚙️ Working ⚙️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Stores connections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Efficient memory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Easy updates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00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🔄 CRUD 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➕ Add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🔍 Search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✏️ Update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❌ Delete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💻 Output 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Enter number of stations: 3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Add connection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Display graph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Works correctly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🚀 Conclusion 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Graph is powerful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Efficient system</a:t>
            </a:r>
          </a:p>
          <a:p>
            <a:pPr>
              <a:defRPr>
                <a:solidFill>
                  <a:srgbClr val="FFFFFF"/>
                </a:solidFill>
              </a:defRPr>
            </a:pPr>
            <a:r>
              <a:t>Real-world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