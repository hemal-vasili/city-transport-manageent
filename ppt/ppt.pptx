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6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4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3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9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9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4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2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0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1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0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89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9666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90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32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77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11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80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33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🚇 City Transport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✨ Colorful Interactive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📌 Problem 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Complex transport routes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Many stations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Need smart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🌍 Real World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Metro systems 🚇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Navigation apps 📍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Route planning 🗺️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🧠 Graph Idea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Stations → Nodes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Connections → Edges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Adjacency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⚙️ Working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Stores connections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Efficient memory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Easy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🔄 CRUD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➕ Add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🔍 Search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✏️ Update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❌ Delete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💻 Output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Enter number of stations: 3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Add connection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Display graph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Works correctly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🚀 Conclusion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Graph is powerful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Efficient system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Real-world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</TotalTime>
  <Words>89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🚇 City Transport System</vt:lpstr>
      <vt:lpstr>📌 Problem 🚨</vt:lpstr>
      <vt:lpstr>🌍 Real World 🌍</vt:lpstr>
      <vt:lpstr>🧠 Graph Idea 💡</vt:lpstr>
      <vt:lpstr>⚙️ Working ⚙️</vt:lpstr>
      <vt:lpstr>🔄 CRUD 🔄</vt:lpstr>
      <vt:lpstr>💻 Output 💻</vt:lpstr>
      <vt:lpstr>🚀 Conclusion 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Hemal Vasili</dc:creator>
  <cp:keywords/>
  <dc:description>generated using python-pptx</dc:description>
  <cp:lastModifiedBy>hemal vasili</cp:lastModifiedBy>
  <cp:revision>2</cp:revision>
  <dcterms:created xsi:type="dcterms:W3CDTF">2013-01-27T09:14:16Z</dcterms:created>
  <dcterms:modified xsi:type="dcterms:W3CDTF">2026-04-09T10:35:16Z</dcterms:modified>
  <cp:category/>
</cp:coreProperties>
</file>