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2"/>
  </p:notesMasterIdLst>
  <p:sldIdLst>
    <p:sldId id="278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7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IN" sz="4000" dirty="0"/>
              <a:t>Graph Management System 🚀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300" dirty="0"/>
              <a:t>Hemal</a:t>
            </a:r>
          </a:p>
          <a:p>
            <a:pPr algn="l"/>
            <a:r>
              <a:rPr lang="en-US" dirty="0"/>
              <a:t>Purna</a:t>
            </a:r>
          </a:p>
          <a:p>
            <a:pPr algn="l"/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65531-7BF2-7EE0-4EBD-C557A46A6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Graph Management System 🚀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8814C1-E196-7EF6-B114-8E81A819BC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438427" y="3429000"/>
            <a:ext cx="13058273" cy="7491663"/>
          </a:xfrm>
        </p:spPr>
        <p:txBody>
          <a:bodyPr>
            <a:normAutofit/>
          </a:bodyPr>
          <a:lstStyle/>
          <a:p>
            <a:r>
              <a:rPr lang="en-US" dirty="0"/>
              <a:t>Implemented using C language</a:t>
            </a:r>
          </a:p>
          <a:p>
            <a:r>
              <a:rPr lang="en-US" dirty="0"/>
              <a:t>Represents stations and connections</a:t>
            </a:r>
          </a:p>
          <a:p>
            <a:r>
              <a:rPr lang="en-US" dirty="0"/>
              <a:t>Uses adjacency list for efficiency</a:t>
            </a:r>
          </a:p>
          <a:p>
            <a:r>
              <a:rPr lang="en-US" dirty="0"/>
              <a:t>Interactive menu-driven program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6758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8B3D9-EA54-7AAF-5AF4-51F7522E1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Problem Statement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D5C99-53EE-45DB-2AF5-CAD2BC20D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to manage connections between stations</a:t>
            </a:r>
          </a:p>
          <a:p>
            <a:r>
              <a:rPr lang="en-US" dirty="0"/>
              <a:t>Efficiently store and update relationships</a:t>
            </a:r>
          </a:p>
          <a:p>
            <a:r>
              <a:rPr lang="en-US" dirty="0"/>
              <a:t>Support operations like add, delete, search</a:t>
            </a:r>
          </a:p>
          <a:p>
            <a:r>
              <a:rPr lang="en-US" dirty="0"/>
              <a:t>Avoid memory wastage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8104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28432-288D-1138-21E3-D18BBF5C5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Graph?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B10E0-4F05-87F4-ACFE-A92AB7AAD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collection of vertices (nodes) and edges</a:t>
            </a:r>
          </a:p>
          <a:p>
            <a:r>
              <a:rPr lang="en-US" dirty="0"/>
              <a:t>Vertices → stations</a:t>
            </a:r>
          </a:p>
          <a:p>
            <a:r>
              <a:rPr lang="en-US" dirty="0"/>
              <a:t>Edges → connections</a:t>
            </a:r>
          </a:p>
          <a:p>
            <a:r>
              <a:rPr lang="en-US" dirty="0"/>
              <a:t>Can be directed or undirected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7030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8AF8-CAE8-8878-601B-C072E3F97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Our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77899-FF73-E4AD-CF24-A85B0B19A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adjacency list representation</a:t>
            </a:r>
          </a:p>
          <a:p>
            <a:r>
              <a:rPr lang="en-US" dirty="0"/>
              <a:t>Each vertex stores a linked list</a:t>
            </a:r>
          </a:p>
          <a:p>
            <a:r>
              <a:rPr lang="en-US" dirty="0"/>
              <a:t>Each node stores connected vertices</a:t>
            </a:r>
          </a:p>
          <a:p>
            <a:r>
              <a:rPr lang="en-US" dirty="0"/>
              <a:t>Efficient for sparse graphs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4381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BC49-CB52-6B6F-6D6D-BE84FFD9D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Structure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80B0D-A4A4-E771-EF09-175E96B19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 Node {</a:t>
            </a:r>
          </a:p>
          <a:p>
            <a:r>
              <a:rPr lang="en-US" dirty="0"/>
              <a:t>  int vertex;</a:t>
            </a:r>
          </a:p>
          <a:p>
            <a:r>
              <a:rPr lang="en-US" dirty="0"/>
              <a:t>  struct Node* next;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Linked list for each vertex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1379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31945-D268-E5E8-A94A-A62F4183B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Operations 🔥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3A857-0CB8-9419-7182-84BFF1469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Connection</a:t>
            </a:r>
          </a:p>
          <a:p>
            <a:r>
              <a:rPr lang="en-US" dirty="0"/>
              <a:t>Delete Connection</a:t>
            </a:r>
          </a:p>
          <a:p>
            <a:r>
              <a:rPr lang="en-US" dirty="0"/>
              <a:t>Update Connection</a:t>
            </a:r>
          </a:p>
          <a:p>
            <a:r>
              <a:rPr lang="en-US" dirty="0"/>
              <a:t>Search Connection</a:t>
            </a:r>
          </a:p>
          <a:p>
            <a:r>
              <a:rPr lang="en-US" dirty="0"/>
              <a:t>Display Graph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8789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9E177-5866-5B60-E589-4ACAE5208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 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17849-1811-F7CD-DDC7-A242D645E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Adds edge between two vertices</a:t>
            </a:r>
          </a:p>
          <a:p>
            <a:r>
              <a:rPr lang="en-US" dirty="0"/>
              <a:t>Creates nodes in both adjacency lists</a:t>
            </a:r>
          </a:p>
          <a:p>
            <a:r>
              <a:rPr lang="en-US" dirty="0"/>
              <a:t>Represents undirected graph</a:t>
            </a:r>
          </a:p>
          <a:p>
            <a:r>
              <a:rPr lang="en-US" dirty="0"/>
              <a:t>Time Complexity: O(1)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6955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C6AB3-7243-C949-E9E6-281E53C73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Delete 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3C12C-CA5D-BC74-5218-E60E2D63B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Removes edge from both vertices</a:t>
            </a:r>
          </a:p>
          <a:p>
            <a:r>
              <a:rPr lang="en-US" dirty="0"/>
              <a:t>Traverses linked list</a:t>
            </a:r>
          </a:p>
          <a:p>
            <a:r>
              <a:rPr lang="en-US" dirty="0"/>
              <a:t>Frees allocated memory</a:t>
            </a:r>
          </a:p>
          <a:p>
            <a:r>
              <a:rPr lang="en-US" dirty="0"/>
              <a:t>Time Complexity: O(n)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9789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C2B66-5C79-FDB3-3F47-55D799AA0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Search 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3BF38-2222-23CC-ADFF-6CC5ACF61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Checks if destination exists in list</a:t>
            </a:r>
          </a:p>
          <a:p>
            <a:r>
              <a:rPr lang="en-US" dirty="0"/>
              <a:t>Traverses adjacency list</a:t>
            </a:r>
          </a:p>
          <a:p>
            <a:r>
              <a:rPr lang="en-US" dirty="0"/>
              <a:t>Returns result instantly if found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4952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1F923-789F-F711-A846-E45ACADBC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Display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CBE2-6ED8-EB05-DFFE-06A9CDE08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Prints adjacency list of all vertices</a:t>
            </a:r>
          </a:p>
          <a:p>
            <a:r>
              <a:rPr lang="en-US" dirty="0"/>
              <a:t>Shows connections clearly</a:t>
            </a:r>
          </a:p>
          <a:p>
            <a:r>
              <a:rPr lang="en-US" dirty="0"/>
              <a:t>Helps visualize graph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1426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B4D23-DEBB-2924-79C8-5A5D7CF72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Update 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9E23A-221F-1785-8F07-B88E89641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Deletes old edge</a:t>
            </a:r>
          </a:p>
          <a:p>
            <a:r>
              <a:rPr lang="en-US" dirty="0"/>
              <a:t>Adds new edge</a:t>
            </a:r>
          </a:p>
          <a:p>
            <a:r>
              <a:rPr lang="en-US" dirty="0"/>
              <a:t>Ensures updated graph structure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9266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B209F-EBFA-6251-E8DF-A6EB991EE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💡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CCAAE-664D-D342-B23E-70A65E410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efficient</a:t>
            </a:r>
          </a:p>
          <a:p>
            <a:r>
              <a:rPr lang="en-US" dirty="0"/>
              <a:t>Easy to update</a:t>
            </a:r>
          </a:p>
          <a:p>
            <a:r>
              <a:rPr lang="en-US" dirty="0"/>
              <a:t>Flexible structure</a:t>
            </a:r>
          </a:p>
          <a:p>
            <a:r>
              <a:rPr lang="en-US" dirty="0"/>
              <a:t>Good for large sparse graphs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0683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403DB-A61D-B861-A535-A8FAA6EF6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 ⚠️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515C8-2420-D110-7C5D-A672E62AA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Slower search compared to matrix</a:t>
            </a:r>
          </a:p>
          <a:p>
            <a:r>
              <a:rPr lang="en-US" dirty="0"/>
              <a:t>Traversal required for deletion/search</a:t>
            </a:r>
          </a:p>
          <a:p>
            <a:r>
              <a:rPr lang="en-US" dirty="0"/>
              <a:t>Pointer handling needed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0932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E664A-9120-A31F-A7CD-2C9EF1609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 World Applications 🌍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340C3-EA5C-7F07-09FA-2AC4C898E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Metro/train route systems</a:t>
            </a:r>
          </a:p>
          <a:p>
            <a:r>
              <a:rPr lang="en-US" dirty="0"/>
              <a:t>Social networks (friends graph)</a:t>
            </a:r>
          </a:p>
          <a:p>
            <a:r>
              <a:rPr lang="en-US" dirty="0"/>
              <a:t>Internet routing</a:t>
            </a:r>
          </a:p>
          <a:p>
            <a:r>
              <a:rPr lang="en-US" dirty="0"/>
              <a:t>Navigation 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4366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BAC5F-0D65-E9C5-DB8A-AD74249E3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Possible Improvements 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9668F-DDDF-504E-67EC-783ACAD84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BFS and DFS traversal</a:t>
            </a:r>
          </a:p>
          <a:p>
            <a:r>
              <a:rPr lang="en-US" dirty="0"/>
              <a:t>Convert to weighted graph</a:t>
            </a:r>
          </a:p>
          <a:p>
            <a:r>
              <a:rPr lang="en-US" dirty="0"/>
              <a:t>Add GUI visualization</a:t>
            </a:r>
          </a:p>
          <a:p>
            <a:r>
              <a:rPr lang="en-US" dirty="0"/>
              <a:t>Prevent duplicate edges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4061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IN" sz="4000" dirty="0"/>
              <a:t>Conclusion ✅</a:t>
            </a:r>
            <a:endParaRPr lang="en-US" sz="4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US" sz="2400" dirty="0"/>
              <a:t>Efficient graph representation using adjacency list</a:t>
            </a:r>
          </a:p>
          <a:p>
            <a:r>
              <a:rPr lang="en-US" sz="2400" dirty="0"/>
              <a:t>Supports all major operations</a:t>
            </a:r>
          </a:p>
          <a:p>
            <a:r>
              <a:rPr lang="en-US" sz="2400" dirty="0"/>
              <a:t>Scalable and practical implementation</a:t>
            </a:r>
          </a:p>
          <a:p>
            <a:r>
              <a:rPr lang="en-US" sz="2400" dirty="0"/>
              <a:t>Strong base for advanced algorithms</a:t>
            </a:r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{3917FEFC-CBC8-4FD3-9F54-3FE11F450D6C}TFe742eee6-54b3-45e8-a03d-f3d997f9b6caf6c338c2_win32-3734725ae7e2</Template>
  <TotalTime>14</TotalTime>
  <Words>307</Words>
  <Application>Microsoft Office PowerPoint</Application>
  <PresentationFormat>Widescreen</PresentationFormat>
  <Paragraphs>82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Calibri</vt:lpstr>
      <vt:lpstr>Goudy Old Style</vt:lpstr>
      <vt:lpstr>Wingdings 2</vt:lpstr>
      <vt:lpstr>SlateVTI</vt:lpstr>
      <vt:lpstr>Graph Management System 🚀</vt:lpstr>
      <vt:lpstr>Graph Management System 🚀 </vt:lpstr>
      <vt:lpstr>Problem Statement </vt:lpstr>
      <vt:lpstr>What is a Graph?</vt:lpstr>
      <vt:lpstr>Our Approach</vt:lpstr>
      <vt:lpstr>Data Structure Used</vt:lpstr>
      <vt:lpstr>Key Operations 🔥</vt:lpstr>
      <vt:lpstr>Add Connection</vt:lpstr>
      <vt:lpstr>Delete Connection</vt:lpstr>
      <vt:lpstr>Search Connection</vt:lpstr>
      <vt:lpstr>Display Graph</vt:lpstr>
      <vt:lpstr>Update Connection</vt:lpstr>
      <vt:lpstr>Advantages 💡</vt:lpstr>
      <vt:lpstr>Limitations ⚠️</vt:lpstr>
      <vt:lpstr>Real World Applications 🌍</vt:lpstr>
      <vt:lpstr>Possible Improvements 🚀</vt:lpstr>
      <vt:lpstr>Conclusion 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hemal vasili</dc:creator>
  <cp:lastModifiedBy>hemal vasili</cp:lastModifiedBy>
  <cp:revision>1</cp:revision>
  <dcterms:created xsi:type="dcterms:W3CDTF">2026-04-16T09:19:27Z</dcterms:created>
  <dcterms:modified xsi:type="dcterms:W3CDTF">2026-04-16T09:34:08Z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